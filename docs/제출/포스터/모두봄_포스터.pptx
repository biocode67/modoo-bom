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3"/>
  </p:sldIdLst>
  <p:sldSz cx="25199975" cy="5039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06" autoAdjust="0"/>
    <p:restoredTop sz="93034" autoAdjust="0"/>
  </p:normalViewPr>
  <p:slideViewPr>
    <p:cSldViewPr snapToGrid="0">
      <p:cViewPr varScale="1">
        <p:scale>
          <a:sx n="15" d="100"/>
          <a:sy n="15" d="100"/>
        </p:scale>
        <p:origin x="1164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398C98C-5BF7-285A-2081-44486FD4E8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5199975" cy="5039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589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BEF21CC-E1B7-264D-0FA2-C8C62A03BB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5199975" cy="5039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908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82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82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4890-FE24-4A97-81B7-C9D7E2E0C2D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F5F12-00BB-4227-B000-C1A7123A6F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888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4890-FE24-4A97-81B7-C9D7E2E0C2D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F5F12-00BB-4227-B000-C1A7123A6F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9453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4890-FE24-4A97-81B7-C9D7E2E0C2D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F5F12-00BB-4227-B000-C1A7123A6F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8297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4890-FE24-4A97-81B7-C9D7E2E0C2D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F5F12-00BB-4227-B000-C1A7123A6F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2909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4890-FE24-4A97-81B7-C9D7E2E0C2D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F5F12-00BB-4227-B000-C1A7123A6F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9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4890-FE24-4A97-81B7-C9D7E2E0C2D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F5F12-00BB-4227-B000-C1A7123A6F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570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4890-FE24-4A97-81B7-C9D7E2E0C2D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F5F12-00BB-4227-B000-C1A7123A6F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5560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4890-FE24-4A97-81B7-C9D7E2E0C2D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F5F12-00BB-4227-B000-C1A7123A6F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7187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4890-FE24-4A97-81B7-C9D7E2E0C2D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F5F12-00BB-4227-B000-C1A7123A6F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44956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91BFD-712F-43F4-B032-7620A9582A41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C4BDA-04DC-4498-B861-59CF206B9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22818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564890-FE24-4A97-81B7-C9D7E2E0C2D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2F5F12-00BB-4227-B000-C1A7123A6F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3346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2519995" rtl="0" eaLnBrk="1" latinLnBrk="1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1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rint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199975" cy="5039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548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306</TotalTime>
  <Words>552</Words>
  <Application>Microsoft Office PowerPoint</Application>
  <PresentationFormat>사용자 지정</PresentationFormat>
  <Paragraphs>81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함초롬바탕</vt:lpstr>
      <vt:lpstr>Aptos</vt:lpstr>
      <vt:lpstr>Aptos Display</vt:lpstr>
      <vt:lpstr>Arial</vt:lpstr>
      <vt:lpstr>Office 테마</vt:lpstr>
      <vt:lpstr>2026 AI·SW중심대학 디지털 경진대회 ‘포스터 세션’ 자료 제출 안내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Gene Lim</dc:creator>
  <cp:lastModifiedBy>사무국 소프트웨어중심대학협의회</cp:lastModifiedBy>
  <cp:revision>15</cp:revision>
  <dcterms:created xsi:type="dcterms:W3CDTF">2026-07-16T00:51:52Z</dcterms:created>
  <dcterms:modified xsi:type="dcterms:W3CDTF">2026-07-23T06:14:37Z</dcterms:modified>
</cp:coreProperties>
</file>