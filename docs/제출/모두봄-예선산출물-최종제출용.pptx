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/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팀명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(팀명 입력)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대학명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(대학명 입력)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프로젝트명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모두봄 — 몰라서 못 받는 복지를 찾아주는 개인 복지 AI 에이전트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/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(대학명 입력)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(참가접수 팀명 입력)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팀원(학과)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(팀장 이름(학과), 팀원 이름(학과) …)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모두봄(ModooBom) — 개인 복지 AI 에이전트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프로필 또는 말 한마디("72세 혼자 사는데 소득이 적어요")로 정부·지자체·민간재단 5,200여 건에서 내 복지를 찾아 쉬운 말로 설명하고, 서류 발급·신청까지 브라우저 안에서 대신 실행하며, 마감·갱신을 계속 지켜보는 온디바이스 AI 복지 에이전트. 로그인 없이 바로 체험: https://biocode67.github.io/modoo-bom/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주제 제안 배경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문제 — 신청주의 복지의 구조적 미수급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복지는 "신청해야 받는" 구조지만, 정보는 중앙부처·지자체·민간재단에 흩어져 있고(민간재단은 어떤 정부 포털에도 없음), 용어는 어렵고(기준 중위소득·소득인정액), 절차는 복잡합니다.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→ 자격이 있어도 몰라서, 어려워서, 번거로워서 못 받습니다. 가장 필요한 사람이 가장 접근하지 못합니다.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대상 사용자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1차: 복지 정보 접근성이 낮은 취약계층 — 독거 어르신·장애인·한부모/다문화 가정·위기 청년·외국인 주민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2차: 부모·조부모의 복지를 대신 챙기는 가족, 사회복지 현장 종사자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왜 AI Agent 기반 SW여야 하는가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검색 포털(복지로 등)은 이미 있습니다. 문제는 검색이 아니라 "찾고→이해하고→신청하고→관리하는" 전 과정의 부담이며, 정보 제공만으로는 사라지지 않습니다.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필요한 것은 사용자를 대신해 인지(상황 파악)→판단(자격 선별)→행동(서류 발급·신청 실행)→관찰(마감·갱신 감시)의 루프를 자율적으로 도는 에이전트입니다. 챗봇이 아니라 이 루프 전체가 에이전트입니다.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단, 복지 대상자의 소득·장애·가구 정보는 극도로 민감합니다 → 개인정보를 서버로 보내지 않는 "온디바이스 에이전트" 설계가 함께 요구되며, 모두봄은 이 두 요구를 동시에 충족합니다.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325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+mj-ea"/>
                <a:ea typeface="+mj-ea"/>
                <a:cs typeface="+mj-ea"/>
              </a:rPr>
              <a:t>AI Agent </a:t>
            </a:r>
            <a:r>
              <a:rPr dirty="0" err="1">
                <a:latin typeface="+mj-ea"/>
                <a:ea typeface="+mj-ea"/>
                <a:cs typeface="+mj-ea"/>
              </a:rPr>
              <a:t>기능</a:t>
            </a:r>
            <a:r>
              <a:rPr dirty="0">
                <a:latin typeface="+mj-ea"/>
                <a:ea typeface="+mj-ea"/>
                <a:cs typeface="+mj-ea"/>
              </a:rPr>
              <a:t> 및 </a:t>
            </a:r>
            <a:r>
              <a:rPr dirty="0" err="1">
                <a:latin typeface="+mj-ea"/>
                <a:ea typeface="+mj-ea"/>
                <a:cs typeface="+mj-ea"/>
              </a:rPr>
              <a:t>구조</a:t>
            </a:r>
            <a:r>
              <a:rPr lang="en-US" dirty="0">
                <a:latin typeface="+mj-ea"/>
                <a:ea typeface="+mj-ea"/>
                <a:cs typeface="+mj-ea"/>
              </a:rPr>
              <a:t> </a:t>
            </a:r>
            <a:r>
              <a:rPr lang="ko-KR" altLang="en-US" dirty="0">
                <a:latin typeface="+mj-ea"/>
                <a:ea typeface="+mj-ea"/>
                <a:cs typeface="+mj-ea"/>
              </a:rPr>
              <a:t>기획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22960" y="1737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15803D"/>
                </a:solidFill>
                <a:latin typeface="맑은 고딕"/>
                <a:ea typeface="맑은 고딕"/>
              </a:rPr>
              <a:t>에이전트 루프:  인지 → 판단 → 이해 → 행동 → 관찰  (한 바퀴가 아니라 계속 도는 순환)</a:t>
            </a:r>
          </a:p>
        </p:txBody>
      </p:sp>
      <p:graphicFrame>
        <p:nvGraphicFramePr>
          <p:cNvPr id="1017" name="Table 1016"/>
          <p:cNvGraphicFramePr>
            <a:graphicFrameLocks noGrp="1"/>
          </p:cNvGraphicFramePr>
          <p:nvPr/>
        </p:nvGraphicFramePr>
        <p:xfrm>
          <a:off x="822960" y="224028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480560"/>
                <a:gridCol w="5029200"/>
              </a:tblGrid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주요 기능과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입력·데이터·실행 흐름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1분 프로필 위저드 · 자연어 한 문장 분석("72세 혼자 사는데 소득이 적어요") · 음성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사용자 입력 → 규칙 NLU 파싱(환각 0 설계)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정부·지자체·민간 5,200여 건에서 자격판정(2026 공식 선정기준) — 확실/관련을 신뢰도로 분리해 과장 방지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공공데이터 ETL 카탈로그 + 클라이언트 복지엔진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이해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쉬운 말 결과 · 용어사전 · 7개 언어 AI 답변 · TTS 읽어주기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온디바이스 신경망 임베딩(multilingual-e5) — 브라우저에서 직접 실행, 서버 전송 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행동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챗 "다 담아줘"→저장 · "서류 뭐 필요해"→필요서류 집계 · 정부24 서류 자동발급·복지 자동신청(브라우저 확장 RPA)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하이브리드 챗(지식=Claude LLM / 행동=로컬 / 폴백=규칙) + 화면을 읽고 다음 행동을 판단하는 실행 에이전트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803D"/>
                          </a:solidFill>
                          <a:latin typeface="맑은 고딕"/>
                          <a:ea typeface="맑은 고딕"/>
                        </a:rPr>
                        <a:t>관찰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신청 마감 D-day·갱신 임박·서류 미비 감시 — 앱을 열면 먼저 브리핑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924"/>
                          </a:solidFill>
                          <a:latin typeface="맑은 고딕"/>
                          <a:ea typeface="맑은 고딕"/>
                        </a:rPr>
                        <a:t>온디바이스 모니터링 엔진(사용자 기록+정책 주기)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18" name="TextBox 1017"/>
          <p:cNvSpPr txBox="1"/>
          <p:nvPr/>
        </p:nvSpPr>
        <p:spPr>
          <a:xfrm>
            <a:off x="82296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55F58"/>
                </a:solidFill>
                <a:latin typeface="맑은 고딕"/>
                <a:ea typeface="맑은 고딕"/>
              </a:rPr>
              <a:t>안전장치(설계 철학): 본인인증·최종 제출은 법이 사람에게 요구하는 단계 — human-in-the-loop로 의도적으로 남기고, 무인 대행은 설계상 배제합니다.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기대효과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측정 가능한 지표 — 이미 라이브 서비스에서 실측된 수치("월 최대·중복 미반영" 기준 명시)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독거 어르신(중위 25%): 놓치던 핵심 현금지원 월 최대 639,700원 발견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출산 가정(0세): 월 최대 1,193,000원 + "출생 후 60일 소급 시한" 능동 알림(놓치면 소멸)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중증장애인: 월 최대 349,700원 + 민간 의료·재활 재단 연계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외국인·다문화: 모국어(영어·베트남어 등 7개 언어)로 묻고 답 받는 복지 탐색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정성적 효과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"몰라서 못 받는" 구조적 미수급 해소 — 검색이 아니라 에이전트가 먼저 챙겨주는 복지 경험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민간재단(장학·의료·위기지원) 큐레이션으로 정부 데이터 밖 사각지대까지 커버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개인정보 서버 전송 0 — 취약계층이 안심하고 쓰는 프라이버시 구조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신뢰성 — 기획이 아니라 이미 검증된 수치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라이브 서비스 운영 중 · 자동테스트 796개(프론트 666·백엔드 130) · 실브라우저 E2E 10여정 · 전 금액 2026 공식 출처 검증</a:t>
            </a: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9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1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최종 산출물 개요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B4C9C43D-C5AC-4315-9BD6-34E1DDE42CB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6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F5EC94EE-1C7F-561C-C59A-450C4A9320C6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6" name="Auto Slide Number">
            <a:extLst>
              <a:ext uri="{FF2B5EF4-FFF2-40B4-BE49-F238E27FC236}">
                <a16:creationId xmlns:a16="http://schemas.microsoft.com/office/drawing/2014/main" id="{0DB7B36D-7219-4029-A089-AA751E118A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71DA3D2-432C-4A35-8569-40A89E129DC0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6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7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6823F73D-1843-4510-B004-D680CD258543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lang="ko-KR" sz="1000"/>
          </a:p>
        </p:txBody>
      </p:sp>
      <p:sp>
        <p:nvSpPr>
          <p:cNvPr id="1018" name="TextBox 1017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50" b="1">
                <a:solidFill>
                  <a:srgbClr val="15803D"/>
                </a:solidFill>
                <a:latin typeface="맑은 고딕"/>
                <a:ea typeface="맑은 고딕"/>
              </a:rPr>
              <a:t>목적: "몰라서 못 받는 복지"를 없애는 개인 복지 AI 에이전트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해결하는 문제: 흩어진 복지 정보(정부·지자체·민간재단), 어려운 행정용어, 복잡한 신청 절차로 인한 구조적 미수급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핵심 사용자 가치: 말 한마디로 내 복지를 찾고 → 쉬운 말로 이해하고 → 서류·신청을 대신 실행하고 → 마감·갱신을 계속 감시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/>
            </a:r>
          </a:p>
        </p:txBody>
      </p:sp>
      <p:pic>
        <p:nvPicPr>
          <p:cNvPr id="1019" name="Picture 1018" descr="10-result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3251200" cy="2286000"/>
          </a:xfrm>
          <a:prstGeom prst="rect">
            <a:avLst/>
          </a:prstGeom>
        </p:spPr>
      </p:pic>
      <p:sp>
        <p:nvSpPr>
          <p:cNvPr id="1020" name="TextBox 1019"/>
          <p:cNvSpPr txBox="1"/>
          <p:nvPr/>
        </p:nvSpPr>
        <p:spPr>
          <a:xfrm>
            <a:off x="822960" y="605332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"72세 혼자 살아요" 한 문장 → 맞춤 37건·월 최대 64만원(실화면)</a:t>
            </a:r>
          </a:p>
        </p:txBody>
      </p:sp>
      <p:pic>
        <p:nvPicPr>
          <p:cNvPr id="1021" name="Picture 1020" descr="qr-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794760"/>
            <a:ext cx="1737360" cy="1737360"/>
          </a:xfrm>
          <a:prstGeom prst="rect">
            <a:avLst/>
          </a:prstGeom>
        </p:spPr>
      </p:pic>
      <p:sp>
        <p:nvSpPr>
          <p:cNvPr id="1022" name="TextBox 1021"/>
          <p:cNvSpPr txBox="1"/>
          <p:nvPr/>
        </p:nvSpPr>
        <p:spPr>
          <a:xfrm>
            <a:off x="9464040" y="55961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QR — 설치·로그인 없이 바로 체험</a:t>
            </a: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0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2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5FF4459E-C0FB-47AF-9858-82F4C062AF14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AI Agent 작동 구조</a:t>
            </a:r>
          </a:p>
        </p:txBody>
      </p:sp>
      <p:pic>
        <p:nvPicPr>
          <p:cNvPr id="1017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A7C6DEDF-7F99-D861-5BA6-64A5BF99B3BE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7" name="Auto Slide Number">
            <a:extLst>
              <a:ext uri="{FF2B5EF4-FFF2-40B4-BE49-F238E27FC236}">
                <a16:creationId xmlns:a16="http://schemas.microsoft.com/office/drawing/2014/main" id="{BCE182EC-8ADC-4E10-B5B1-E64AF5DC35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31C7C2C-5E7C-4D07-AD31-90820A552FAF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8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BA80E9C-30AD-4A60-BD79-443F99FB659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1019" name="TextBox 1018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>※ 7/15 완성 예정 — 3층 아키텍처 도식 삽입 예정. 아래는 구조 요약.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① 온디바이스 층(브라우저): 복지엔진(자격판정)·의미검색 신경망(multilingual-e5)·모니터링 — 개인정보 이탈 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② 백엔드 층(선택 연결): FastAPI + LangGraph 10노드 + Claude — 지식형 챗 LLM·RAG. 미연결 시 규칙 폴백으로 전 기능 동작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③ 실행 층(브라우저 확장): 정부24·복지로 등 실제 사이트 RPA — 화면(DOM)을 읽고 다음 행동을 판단, 본인인증·최종 제출만 사람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데이터: 공공데이터포털 OpenAPI ETL(중앙 367+지자체 4,598) + 정밀 시드 120 + 민간재단 21(전수 실측 검증)</a:t>
            </a: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1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3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핵심 기능 설명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8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8" name="Auto Slide Number">
            <a:extLst>
              <a:ext uri="{FF2B5EF4-FFF2-40B4-BE49-F238E27FC236}">
                <a16:creationId xmlns:a16="http://schemas.microsoft.com/office/drawing/2014/main" id="{C3806338-8667-43E4-9932-B370A293CB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876C266-6B0E-466B-A4D1-142268136602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9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3DD7086-28FB-44E2-AA91-6C7EB8293AB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1020" name="TextBox 1019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한 문장 분석: "72세 혼자 사는데 소득이 적어요" 입력 → 핵심 현금지원 월 최대 63.9만원 + 민간재단 결과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행동하는 챗: "다 담아줘" → 결과 전부 저장 / "서류 뭐 필요해?" → 담은 복지의 필요서류를 빈도순 집계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신청 실행: [자동발급] 클릭 → 정부24에서 주민등록등본 등 자동 발급(본인인증만 사람이) · 복지 자동신청 흐름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생활 도구: 기초생활 급여 계산기(2026 공식값) · 복지 캘린더(.ics) · 결과 인쇄/PDF · 이미지 카드 공유</a:t>
            </a:r>
          </a:p>
        </p:txBody>
      </p:sp>
      <p:pic>
        <p:nvPicPr>
          <p:cNvPr id="1021" name="Picture 1020" descr="31-cha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3251200" cy="2286000"/>
          </a:xfrm>
          <a:prstGeom prst="rect">
            <a:avLst/>
          </a:prstGeom>
        </p:spPr>
      </p:pic>
      <p:sp>
        <p:nvSpPr>
          <p:cNvPr id="1022" name="TextBox 1021"/>
          <p:cNvSpPr txBox="1"/>
          <p:nvPr/>
        </p:nvSpPr>
        <p:spPr>
          <a:xfrm>
            <a:off x="822960" y="6053328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새싹이와 대화로 입력(폼 없음) — 어르신 선택 시 큰글씨 제안</a:t>
            </a:r>
          </a:p>
        </p:txBody>
      </p:sp>
      <p:pic>
        <p:nvPicPr>
          <p:cNvPr id="1023" name="Picture 1022" descr="13-doc-ce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703320"/>
            <a:ext cx="3251200" cy="2286000"/>
          </a:xfrm>
          <a:prstGeom prst="rect">
            <a:avLst/>
          </a:prstGeom>
        </p:spPr>
      </p:pic>
      <p:sp>
        <p:nvSpPr>
          <p:cNvPr id="1024" name="TextBox 1023"/>
          <p:cNvSpPr txBox="1"/>
          <p:nvPr/>
        </p:nvSpPr>
        <p:spPr>
          <a:xfrm>
            <a:off x="6035040" y="605332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서류 준비 도우미·에이전트 자동화(발급·신청 대행)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2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4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사용자 이용 흐름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 산출물</a:t>
            </a:r>
          </a:p>
        </p:txBody>
      </p:sp>
      <p:sp>
        <p:nvSpPr>
          <p:cNvPr id="1009" name="Auto Slide Number">
            <a:extLst>
              <a:ext uri="{FF2B5EF4-FFF2-40B4-BE49-F238E27FC236}">
                <a16:creationId xmlns:a16="http://schemas.microsoft.com/office/drawing/2014/main" id="{F03A28DD-4959-436F-A82A-465411E36E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B87946CA-ABCC-435C-88E7-94F4DAE6B53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FD52322-2022-4E01-8BA1-7BE5C50FB65B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  <p:sp>
        <p:nvSpPr>
          <p:cNvPr id="1021" name="TextBox 1020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첫 실행 → 온보딩 → 한 문장 입력(또는 1분 위저드) → 결과(핵심/관련/민간재단 분리 표시) → 담기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→ 서류 준비 도우미 → 신청(자동화 또는 공식 링크) → "나의 복지"에서 상태 관리·혜택 합산 → 마감·갱신 자동 감시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→ 재방문 시 챗이 먼저 브리핑("지금 챙길 일 2건이 있어요")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02924"/>
                </a:solidFill>
                <a:latin typeface="맑은 고딕"/>
                <a:ea typeface="맑은 고딕"/>
              </a:rPr>
              <a:t>예외 상황 대응: 백엔드 없음→규칙 폴백으로 전 기능 동작 · RPA 실패→화면 안내+공식 링크 폴백(멈춤 없음) · 오프라인→PWA 캐시로 동작</a:t>
            </a:r>
          </a:p>
        </p:txBody>
      </p:sp>
      <p:pic>
        <p:nvPicPr>
          <p:cNvPr id="1022" name="Picture 1021" descr="m1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383280"/>
            <a:ext cx="1246466" cy="2697480"/>
          </a:xfrm>
          <a:prstGeom prst="rect">
            <a:avLst/>
          </a:prstGeom>
        </p:spPr>
      </p:pic>
      <p:sp>
        <p:nvSpPr>
          <p:cNvPr id="1023" name="TextBox 1022"/>
          <p:cNvSpPr txBox="1"/>
          <p:nvPr/>
        </p:nvSpPr>
        <p:spPr>
          <a:xfrm>
            <a:off x="182880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모바일 홈(PWA)</a:t>
            </a:r>
          </a:p>
        </p:txBody>
      </p:sp>
      <p:pic>
        <p:nvPicPr>
          <p:cNvPr id="1024" name="Picture 1023" descr="m5-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383280"/>
            <a:ext cx="1246466" cy="2697480"/>
          </a:xfrm>
          <a:prstGeom prst="rect">
            <a:avLst/>
          </a:prstGeom>
        </p:spPr>
      </p:pic>
      <p:sp>
        <p:nvSpPr>
          <p:cNvPr id="1025" name="TextBox 1024"/>
          <p:cNvSpPr txBox="1"/>
          <p:nvPr/>
        </p:nvSpPr>
        <p:spPr>
          <a:xfrm>
            <a:off x="475488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큰글씨 모드 결과</a:t>
            </a:r>
          </a:p>
        </p:txBody>
      </p:sp>
      <p:pic>
        <p:nvPicPr>
          <p:cNvPr id="1026" name="Picture 1025" descr="m3-elderly-off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383280"/>
            <a:ext cx="1246466" cy="2697480"/>
          </a:xfrm>
          <a:prstGeom prst="rect">
            <a:avLst/>
          </a:prstGeom>
        </p:spPr>
      </p:pic>
      <p:sp>
        <p:nvSpPr>
          <p:cNvPr id="1027" name="TextBox 1026"/>
          <p:cNvSpPr txBox="1"/>
          <p:nvPr/>
        </p:nvSpPr>
        <p:spPr>
          <a:xfrm>
            <a:off x="7680960" y="610819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어르신 배려 원탭 제안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3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최종 산출물</a:t>
            </a:r>
          </a:p>
        </p:txBody>
      </p:sp>
      <p:cxnSp>
        <p:nvCxnSpPr>
          <p:cNvPr id="1015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+mj-ea"/>
                <a:ea typeface="+mj-ea"/>
                <a:cs typeface="+mj-ea"/>
              </a:rPr>
              <a:t>실용성 및 확장 가능성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77A060D5-C471-4F36-9F42-7F989A8BCB97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20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0B2D8818-7BA4-05CF-4CEC-0065ADCEF359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0" name="Auto Slide Number">
            <a:extLst>
              <a:ext uri="{FF2B5EF4-FFF2-40B4-BE49-F238E27FC236}">
                <a16:creationId xmlns:a16="http://schemas.microsoft.com/office/drawing/2014/main" id="{623768C6-1E77-434B-AF01-F644A8526F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09EBF7F1-4C1A-4BB6-ACF6-68E846D5C876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DEDA0E61-B5BF-4811-ABBF-BDFA2FA332D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  <p:sp>
        <p:nvSpPr>
          <p:cNvPr id="1022" name="TextBox 1021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555F58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실용: 정적 호스팅+온디바이스 구조라 운영비 ~0원 · 로그인 불필요 · PWA 설치 · 어르신 접근성(큰글씨·고대비·음성·TTS)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신뢰·보안: 개인정보 무전송 설계 · 과장 방지의 코드화(심사형 민간지원을 "자격 있음"으로 표시하는 것을 테스트가 거부) · 자동테스트 796 + E2E 10여정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확장: 지자체·복지관 보급(무운영비라 즉시 가능) · 재단 제휴로 민간 커버리지 확대 · 동일 에이전트 루프를 세금·행정 등 타 생활영역으로 전이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데이터 최신성: ETL 재수집 파이프라인 + 실측 검증 운영(정부 사이트의 정책 ID 재배정을 실측으로 잡아 정정한 사례 보유)</a:t>
            </a:r>
          </a:p>
        </p:txBody>
      </p:sp>
      <p:pic>
        <p:nvPicPr>
          <p:cNvPr id="1023" name="Picture 1022" descr="20-fin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2991104" cy="2103120"/>
          </a:xfrm>
          <a:prstGeom prst="rect">
            <a:avLst/>
          </a:prstGeom>
        </p:spPr>
      </p:pic>
      <p:sp>
        <p:nvSpPr>
          <p:cNvPr id="1024" name="TextBox 1023"/>
          <p:cNvSpPr txBox="1"/>
          <p:nvPr/>
        </p:nvSpPr>
        <p:spPr>
          <a:xfrm>
            <a:off x="822960" y="605332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5,200여 건 통합 탐색 — 서민금융(햇살론 등)까지 커버(2026 실측 검증)</a:t>
            </a:r>
          </a:p>
        </p:txBody>
      </p:sp>
      <p:pic>
        <p:nvPicPr>
          <p:cNvPr id="1025" name="Picture 1024" descr="m4-elderly-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03320"/>
            <a:ext cx="1077454" cy="2331720"/>
          </a:xfrm>
          <a:prstGeom prst="rect">
            <a:avLst/>
          </a:prstGeom>
        </p:spPr>
      </p:pic>
      <p:sp>
        <p:nvSpPr>
          <p:cNvPr id="1026" name="TextBox 1025"/>
          <p:cNvSpPr txBox="1"/>
          <p:nvPr/>
        </p:nvSpPr>
        <p:spPr>
          <a:xfrm>
            <a:off x="6309360" y="610819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F58"/>
                </a:solidFill>
                <a:latin typeface="맑은 고딕"/>
                <a:ea typeface="맑은 고딕"/>
              </a:rPr>
              <a:t>▲ 큰글씨·음성 읽어주기 — 접근성 우선 설계</a:t>
            </a: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28A62E3-D408-7FC8-9839-A8EBBDF10A5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14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95CFAAB-4B1E-5327-77CD-70660E75B81B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부록 - 출처</a:t>
            </a:r>
          </a:p>
        </p:txBody>
      </p:sp>
      <p:cxnSp>
        <p:nvCxnSpPr>
          <p:cNvPr id="1016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288B9181-33AB-4D8B-6EDA-A7A26948B16E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9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11" name="Auto Slide Number">
            <a:extLst>
              <a:ext uri="{FF2B5EF4-FFF2-40B4-BE49-F238E27FC236}">
                <a16:creationId xmlns:a16="http://schemas.microsoft.com/office/drawing/2014/main" id="{7C251B65-C9E9-4266-B0D1-7D129D2AC8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22AD0EBC-FAE6-4543-8956-6420D7741273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0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04D2502F-6203-4A2B-81A3-290D9B809F4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9A7CDF6C-182F-BE6D-CF16-CBDDB8E1E65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산출물</a:t>
            </a:r>
            <a:endParaRPr sz="1000" b="1" dirty="0">
              <a:solidFill>
                <a:srgbClr val="AEAEA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822960" y="178308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공공데이터: 한국사회보장정보원 중앙부처·지자체 복지서비스(공공데이터포털 OpenAPI, 이용허락범위 준수)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금액·기준: 보건복지부 2026년 기준 중위소득 고시 · 복지로/정부24 공식 페이지(개별 정책 URL 전수 실측 검증)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민간재단: 각 재단 공식 사이트 21곳(전수 생존·사업 실체 확인) — 목록: 저장소 src/data/privatePolicies.ts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오픈소스: React·Vite·TailwindCSS·transformers.js(multilingual-e5-small)·FastAPI·LangGraph·Playwright 등 — 전체 목록은 저장소 package.json/requirements.txt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AI 모델·API: Anthropic Claude API(지식형 챗) — 서비스 약관 준수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924"/>
                </a:solidFill>
                <a:latin typeface="맑은 고딕"/>
                <a:ea typeface="맑은 고딕"/>
              </a:rPr>
              <a:t>직접 제작: 복지엔진·데이터 큐레이션·전 UI·브라우저 자동화 — 저장소 https://github.com/BioCode67/modoo-bom</a:t>
            </a:r>
          </a:p>
        </p:txBody>
      </p:sp>
    </p:spTree>
    <p:extLst>
      <p:ext uri="{BB962C8B-B14F-4D97-AF65-F5344CB8AC3E}">
        <p14:creationId xmlns:p14="http://schemas.microsoft.com/office/powerpoint/2010/main" val="77610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DocSecurity>0</DocSecurity>
  <PresentationFormat>와이드스크린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[데이콘] 김기민</cp:lastModifiedBy>
  <cp:revision>1</cp:revision>
  <dcterms:created xsi:type="dcterms:W3CDTF">2026-06-30T07:31:27Z</dcterms:created>
  <dcterms:modified xsi:type="dcterms:W3CDTF">2026-06-30T07:38:24Z</dcterms:modified>
</cp:coreProperties>
</file>