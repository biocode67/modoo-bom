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59" r:id="rId7"/>
    <p:sldId id="269" r:id="rId8"/>
    <p:sldId id="270" r:id="rId9"/>
    <p:sldId id="271" r:id="rId10"/>
    <p:sldId id="272" r:id="rId11"/>
    <p:sldId id="273" r:id="rId12"/>
    <p:sldId id="260" r:id="rId13"/>
    <p:sldId id="274" r:id="rId14"/>
    <p:sldId id="275" r:id="rId15"/>
  </p:sldIdLst>
  <p:sldSz cx="12192000" cy="6858000"/>
  <p:notesSz cx="6858000" cy="9144000"/>
  <p:embeddedFontLst>
    <p:embeddedFont>
      <p:font typeface="Pretendard" panose="02000503000000020004" pitchFamily="2" charset="-127"/>
      <p:regular r:id="rId17"/>
      <p:bold r:id="rId18"/>
    </p:embeddedFont>
    <p:embeddedFont>
      <p:font typeface="Malgun Gothic" panose="020B0503020000020004" pitchFamily="50" charset="-127"/>
      <p:regular r:id="rId19"/>
      <p:bold r:id="rId20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4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몰라서 못 받던 복지, 찾기부터 서류 자동발급·신청·관리까지 — 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김주형(컴퓨터공학전공), 류다영(컴퓨터공학전공), 신주현(컴퓨터공학전공), 이준영(컴퓨터공학전공), 장지웅(컴퓨터공학전공)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 — 몰라서 못 받던 복지, 찾기부터 서류 자동발급·신청·관리까지 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프로필을 입력하시거나 한 문장만 말씀하시면, 복지정책·복지서비스·장학금·행복주택·서민금융 등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5,300여 건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 중에서 사용자에게 맞는 제도를 찾아 쉬운 말로 알려드립니다.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필요한 서류 발급과 신청까지 웹에서 바로 도와드리고, 신청 마감과 갱신 시기도 계속 지켜봐 드립니다.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입력하신 정보는 기기 밖으로 나가지 않는 온디바이스 AI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로 안심하고 쓰실 수 있습니다.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현재 웹 / 앱으로 서비스 중이며, 지역 복지관 파일럿 테스트를 마쳤습니다 · biocode67.github.io/modoo-bom</a:t>
                      </a:r>
                      <a:r>
                        <a:rPr sz="1000" b="1">
                          <a:solidFill>
                            <a:srgbClr val="065078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① — 우리가 풀고 싶은 문제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우리나라의 복지는 대부분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‘직접 신청해야 받을 수 있는’ 구조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자격이 충분해도, 그런 제도가 있다는 걸 모르면 아무것도 받지 못합니다.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🧩  </a:t>
            </a:r>
            <a:r>
              <a:rPr sz="1200" b="1">
                <a:solidFill>
                  <a:srgbClr val="941035"/>
                </a:solidFill>
                <a:latin typeface="Pretendard"/>
                <a:ea typeface="Pretendard"/>
              </a:rPr>
              <a:t>정보가 여기저기 흩어져 있습니다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복지정책은 중앙부처와 지자체에, 장학금·행복주택·서민금융은 또 각각 다른 사이트에 있습니다. 특히 민간재단의 지원은 어떤 정부 포털에서도 한 번에 찾아볼 수 없습니다.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4453128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📖  </a:t>
            </a:r>
            <a:r>
              <a:rPr sz="1200" b="1">
                <a:solidFill>
                  <a:srgbClr val="8A3D0E"/>
                </a:solidFill>
                <a:latin typeface="Pretendard"/>
                <a:ea typeface="Pretendard"/>
              </a:rPr>
              <a:t>말이 너무 어렵습니다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‘기준 중위소득’, ‘소득인정액’, ‘차상위계층’ 같은 용어가 많아서, 내가 이 제도의 대상이 되는지 스스로 판단하기가 무척 어렵습니다.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037575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📝  </a:t>
            </a:r>
            <a:r>
              <a:rPr sz="1200" b="1">
                <a:solidFill>
                  <a:srgbClr val="065078"/>
                </a:solidFill>
                <a:latin typeface="Pretendard"/>
                <a:ea typeface="Pretendard"/>
              </a:rPr>
              <a:t>신청 절차가 복잡합니다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어떤 서류가 필요한지 알아보고, 그 서류를 여기저기서 발급받고, 신청하고, 심사 결과를 확인하기까지 — 단계마다 사이트도 방법도 모두 다릅니다.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931920"/>
            <a:ext cx="10561320" cy="566928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</a:rPr>
              <a:t>그 결과, 자격이 있어도 </a:t>
            </a:r>
            <a:r>
              <a:rPr sz="1300" b="1">
                <a:solidFill>
                  <a:srgbClr val="9DF7C0"/>
                </a:solidFill>
                <a:latin typeface="Pretendard"/>
                <a:ea typeface="Pretendard"/>
              </a:rPr>
              <a:t>몰라서 · 어려워서 · 번거로워서 못 받는 일</a:t>
            </a:r>
            <a:r>
              <a:rPr sz="1250" b="0">
                <a:solidFill>
                  <a:srgbClr val="FFFFFF"/>
                </a:solidFill>
                <a:latin typeface="Pretendard"/>
                <a:ea typeface="Pretendard"/>
              </a:rPr>
              <a:t> 이 반복되고 있습니다.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736592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그리고 안타깝게도, 이런 어려움은 도움이 가장 필요한 분들에게 더 크게 다가옵니다.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👵 독거 어르신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복잡한 웹·용어의 벽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008376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♿ 장애인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정보가 가장 흩어진 영역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5148072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👩‍👧 한부모·다문화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겹치고 놓치기 쉬운 지원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7287768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🧑 위기 청년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제도를 모른 채 고립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427463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🌏 외국인 주민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언어 장벽까지 이중고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② — 직접 만들어 보며 알게 된 것들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1E2935"/>
                </a:solidFill>
                <a:latin typeface="Pretendard"/>
                <a:ea typeface="Pretendard"/>
              </a:rPr>
              <a:t>저희는 구상에 그치지 않고 실제로 서비스를 만들어 써 보았습니다. 그 과정에서 이 문제가 얼마나 큰지, 그리고 </a:t>
            </a: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어떻게 도울 수 있는지</a:t>
            </a:r>
            <a:r>
              <a:rPr sz="1250" b="0">
                <a:solidFill>
                  <a:srgbClr val="1E2935"/>
                </a:solidFill>
                <a:latin typeface="Pretendard"/>
                <a:ea typeface="Pretendard"/>
              </a:rPr>
              <a:t> 하나씩 확인할 수 있었습니다.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75104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36A33"/>
                </a:solidFill>
                <a:latin typeface="Pretendard"/>
                <a:ea typeface="Pretendard"/>
              </a:rPr>
              <a:t>5,300여 건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여러 곳에 흩어진 제도를 한자리에 모아 보았습니다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복지정책(중앙 460건·지자체 4,683건)에 장학금·행복주택·서민금융을 더하고, 정부 포털엔 없는 민간재단 지원 21곳까지 한 번에 찾아볼 수 있게 정리했습니다.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1975104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941035"/>
                </a:solidFill>
                <a:latin typeface="Pretendard"/>
                <a:ea typeface="Pretendard"/>
              </a:rPr>
              <a:t>월 최대 63.9만원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한 분이 놓치고 계시던 금액을 찾아드렸습니다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혼자 사시는 어르신(중위소득 25%) 한 분이 모르고 계시던 핵심 현금성 지원을 실제로 찾아드릴 수 있었습니다. 공식 기준으로 검증한 월 최대 금액입니다.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02736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065078"/>
                </a:solidFill>
                <a:latin typeface="Pretendard"/>
                <a:ea typeface="Pretendard"/>
              </a:rPr>
              <a:t>13종 → 클릭 한 번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서류의 문턱을 낮춰 보았습니다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 신청에 자주 쓰이는 증명서류 13종을, 따로 프로그램을 설치하지 않아도 웹에서 바로 발급받을 수 있도록 연결해 두었습니다.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02736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5B21B6"/>
                </a:solidFill>
                <a:latin typeface="Pretendard"/>
                <a:ea typeface="Pretendard"/>
              </a:rPr>
              <a:t>7개 언어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언어의 벽도 낮출 수 있었습니다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 여러 언어로 묻고 답을 받을 수 있습니다. 외국인·다문화 가정도 모국어로 복지를 찾아볼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21807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주로 도우려는 분들은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정보를 접하기 어려운 취약계층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(어르신·장애인·한부모·다문화·위기청년·외국인)이며, 이분들의 복지를 대신 챙기시는 가족과 사회복지 종사자분들도 함께 돕습니다.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③ — 왜 AI 에이전트여야 할까요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검색 사이트는 이미 있습니다. 하지만 진짜 어려움은 검색이 아니라,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‘찾고 · 이해하고 · 신청하고 · 관리하는’ 전 과정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에 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93392"/>
            <a:ext cx="5120640" cy="1664208"/>
          </a:xfrm>
          <a:prstGeom prst="roundRect">
            <a:avLst>
              <a:gd name="adj" fmla="val 9000"/>
            </a:avLst>
          </a:prstGeom>
          <a:solidFill>
            <a:srgbClr val="F2F4F7"/>
          </a:solidFill>
          <a:ln w="15240">
            <a:solidFill>
              <a:srgbClr val="647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기존 방식 — 정보를 검색해서 보여주기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검색 결과를 목록으로 보여줄 뿐, 판단하고 이해하고 신청하고 관리하는 일은 모두 사용자의 몫으로 남습니다.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도움이 가장 필요한 분들이 오히려 가장 쓰기 어려운 구조가 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1993392"/>
            <a:ext cx="5074920" cy="16642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모두봄 — 전 과정을 대신 도와드리기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상황을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파악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자격을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판단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쉬운 말과 여러 언어로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설명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해 드립니다.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이어서 서류 발급과 신청을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대신 실행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마감과 갱신 시기를 계속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지켜봐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 드립니다.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모두봄은 단순한 챗봇이 아니라,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이 모든 과정을 함께 도는 에이전트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633472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0" name="Rounded Rectangle 1019"/>
          <p:cNvSpPr/>
          <p:nvPr/>
        </p:nvSpPr>
        <p:spPr>
          <a:xfrm>
            <a:off x="868680" y="3877056"/>
            <a:ext cx="10561320" cy="78638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5B21B6"/>
                </a:solidFill>
                <a:latin typeface="Pretendard"/>
                <a:ea typeface="Pretendard"/>
              </a:rPr>
              <a:t>한 가지 더 — 복지 대상자의 소득·장애·가구 정보는 무척 민감한 개인정보입니다.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저희는 이 정보를 서버로 보내지 않고 </a:t>
            </a:r>
            <a:r>
              <a:rPr sz="1000" b="1">
                <a:solidFill>
                  <a:srgbClr val="5B21B6"/>
                </a:solidFill>
                <a:latin typeface="Pretendard"/>
                <a:ea typeface="Pretendard"/>
              </a:rPr>
              <a:t>사용자의 기기 안에서만 처리하는 온디바이스 방식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을 택했습니다. ‘잘 찾아드리는 것’과 ‘안심하고 맡기실 수 있는 것’을 함께 지키기 위해서입니다.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773168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그리고 이건 구상이 아니라, 예선 시점에 이미 라이브로 동작하고 있는 서비스입니다.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🌱 지금 바로 써보실 수 있어요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설치나 로그인 없이 웹에서 즉시 체험하실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🧪 자동 테스트 426개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금액과 자격 판정이 어긋나지 않도록 매번 자동으로 검증합니다.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📊 모든 금액을 공식 출처로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기초연금 349,700원 등 2026년 보건복지부 기준으로 전부 확인했습니다.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① — 다섯 단계로 도와드립니다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사용자를 대신해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파악 → 판단 → 설명 → 실행 → 관찰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의 다섯 단계를 스스로 돌면서 복지를 챙겨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136A33"/>
                </a:solidFill>
                <a:latin typeface="Pretendard"/>
                <a:ea typeface="Pretendard"/>
              </a:rPr>
              <a:t>① 파악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상황을 읽습니다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대화형 프로필로 1분 만에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“72세인데 혼자 살고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  소득이 적어요” 같은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한 문장·음성도 이해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065078"/>
                </a:solidFill>
                <a:latin typeface="Pretendard"/>
                <a:ea typeface="Pretendard"/>
              </a:rPr>
              <a:t>② 판단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자격을 가립니다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5,300여 건에서 선별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2026년 공식 기준 적용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확실한 것과 참고할 것을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신뢰도로 나눠 표시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5B21B6"/>
                </a:solidFill>
                <a:latin typeface="Pretendard"/>
                <a:ea typeface="Pretendard"/>
              </a:rPr>
              <a:t>③ 설명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쉽게 풀어줍니다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어려운 말을 쉬운 말로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용어 사전·7개 언어 답변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화면을 소리로 읽어주는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음성 안내까지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8A3D0E"/>
                </a:solidFill>
                <a:latin typeface="Pretendard"/>
                <a:ea typeface="Pretendard"/>
              </a:rPr>
              <a:t>④ 실행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대신 처리합니다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필요 서류 자동 정리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서류 발급 바로 연결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신청서 정보 자동 준비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“다 담아줘” 한마디로 저장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941035"/>
                </a:solidFill>
                <a:latin typeface="Pretendard"/>
                <a:ea typeface="Pretendard"/>
              </a:rPr>
              <a:t>⑤ 관찰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계속 지켜봅니다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 마감 D-day 알림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갱신 시기·빠진 서류 점검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앱을 열면 먼저 브리핑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복지 캘린더로 정리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535424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</a:pPr>
            <a:r>
              <a:rPr sz="1030" b="1">
                <a:solidFill>
                  <a:srgbClr val="647482"/>
                </a:solidFill>
                <a:latin typeface="Pretendard"/>
                <a:ea typeface="Pretendard"/>
              </a:rPr>
              <a:t>↻ 관찰에서 발견한 변화(마감 임박·새로 생긴 자격)는 다시 파악 단계로 이어져, 사용자가 묻기 전에 먼저 알려 드립니다.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846320"/>
            <a:ext cx="10561320" cy="78638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8A3D0E"/>
                </a:solidFill>
                <a:latin typeface="Pretendard"/>
                <a:ea typeface="Pretendard"/>
              </a:rPr>
              <a:t>🙋 안심하셔도 됩니다 — 본인인증과 최종 제출처럼 ‘법적으로 본인이 해야 하는 일’은 반드시 사용자가 직접 하십니다.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에이전트는 그 직전까지 필요한 준비를 모두 마쳐 드리고, 마지막 확인 버튼만 사용자가 누르시면 됩니다. 되돌릴 수 없는 일은 사람이 결정하도록 설계했습니다.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② — 어렵게 입력하지 않아도 됩니다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딱딱한 서식을 채우는 대신, 마스코트 ‘새싹이’와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대화하듯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답만 고르시면 됩니다. 어르신도 1분이면 충분합니다.</a:t>
            </a:r>
          </a:p>
        </p:txBody>
      </p:sp>
      <p:pic>
        <p:nvPicPr>
          <p:cNvPr id="1017" name="Picture 1016" descr="sho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48256"/>
            <a:ext cx="4800600" cy="3375422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20824"/>
            <a:ext cx="4855464" cy="3430286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478541"/>
            <a:ext cx="4846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마스코트 ‘새싹이’와 대화하며 프로필을 만듭니다.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035040" y="2048256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💬 대화형 프로필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복잡한 양식 대신 새싹이와 짧은 대화로 시작합니다. 디지털이 익숙하지 않은 분도 부담 없이 시작하실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035040" y="3017520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⚡ 한 문장이면 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“72세인데 혼자 살고 소득이 적어요” 한 문장이나 음성만으로도, 바로 맞는 복지를 찾아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035040" y="3986784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🌏 7개 언어를 지원합니다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등으로 물어보시면 그 언어로 답해 드립니다. 외국인·다문화 가정도 모국어로 이용하실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035040" y="4956048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🧠 기기 안에서 뜻을 이해합니다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AI가 기기 안에서 직접 동작해, ‘일자리를 잃었어요’ 같은 말도 실업급여로 연결합니다. 정보가 밖으로 나가지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③ — 설치 없이 서류부터 신청까지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따로 프로그램을 설치하지 않아도, 웹에서 바로 </a:t>
            </a:r>
            <a:r>
              <a:rPr sz="1300" b="1">
                <a:solidFill>
                  <a:srgbClr val="8A3D0E"/>
                </a:solidFill>
                <a:latin typeface="Pretendard"/>
                <a:ea typeface="Pretendard"/>
              </a:rPr>
              <a:t>서류 발급부터 신청서 작성·제출까지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에이전트가 함께 진행해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48256"/>
            <a:ext cx="457200" cy="676656"/>
          </a:xfrm>
          <a:prstGeom prst="roundRect">
            <a:avLst>
              <a:gd name="adj" fmla="val 9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1435607" y="2048256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136A33"/>
                </a:solidFill>
                <a:latin typeface="Pretendard"/>
                <a:ea typeface="Pretendard"/>
              </a:rPr>
              <a:t>필요한 서류를 자동으로 정리합니다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담아 두신 복지들에 필요한 서류를 한데 모아, 겹치는 서류부터 순서대로 안내합니다. 현재 13종을 지원합니다.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834640"/>
            <a:ext cx="457200" cy="676656"/>
          </a:xfrm>
          <a:prstGeom prst="roundRect">
            <a:avLst>
              <a:gd name="adj" fmla="val 9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435607" y="2834640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065078"/>
                </a:solidFill>
                <a:latin typeface="Pretendard"/>
                <a:ea typeface="Pretendard"/>
              </a:rPr>
              <a:t>서류를 자동으로 발급받습니다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정부 전자문서(전자증명서)로 즉시 발급받아, 종이 없이 전자 파일로 제출까지 이어집니다.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621024"/>
            <a:ext cx="457200" cy="676656"/>
          </a:xfrm>
          <a:prstGeom prst="roundRect">
            <a:avLst>
              <a:gd name="adj" fmla="val 9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1435607" y="3621024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8A3D0E"/>
                </a:solidFill>
                <a:latin typeface="Pretendard"/>
                <a:ea typeface="Pretendard"/>
              </a:rPr>
              <a:t>신청서를 자동으로 작성합니다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입력해 두신 정보를 신청서 양식에 맞게 미리 정리해 드려서, 붙여넣기 한 번으로 끝납니다.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4407408"/>
            <a:ext cx="457200" cy="676656"/>
          </a:xfrm>
          <a:prstGeom prst="roundRect">
            <a:avLst>
              <a:gd name="adj" fmla="val 9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1435607" y="4407408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941035"/>
                </a:solidFill>
                <a:latin typeface="Pretendard"/>
                <a:ea typeface="Pretendard"/>
              </a:rPr>
              <a:t>제출하고 결과까지 추적합니다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본인 확인만 거치면 제출이 끝나고, 이후 심사가 어떻게 진행되는지도 에이전트가 함께 확인합니다.</a:t>
            </a:r>
          </a:p>
        </p:txBody>
      </p:sp>
      <p:pic>
        <p:nvPicPr>
          <p:cNvPr id="1025" name="Picture 1024" descr="shot-apply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48256"/>
            <a:ext cx="1400476" cy="2743200"/>
          </a:xfrm>
          <a:prstGeom prst="rect">
            <a:avLst/>
          </a:prstGeom>
        </p:spPr>
      </p:pic>
      <p:sp>
        <p:nvSpPr>
          <p:cNvPr id="1026" name="Rectangle 1025"/>
          <p:cNvSpPr/>
          <p:nvPr/>
        </p:nvSpPr>
        <p:spPr>
          <a:xfrm>
            <a:off x="6830568" y="2020824"/>
            <a:ext cx="1455340" cy="2798064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27" name="TextBox 1026"/>
          <p:cNvSpPr txBox="1"/>
          <p:nvPr/>
        </p:nvSpPr>
        <p:spPr>
          <a:xfrm>
            <a:off x="6858000" y="4864608"/>
            <a:ext cx="4572000" cy="31089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정책 상세의 ‘신청 키트’입니다. 추천 → 정보 준비 → 서류 → 본인 확인 순서를 한눈에 보여 드립니다.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5394959"/>
            <a:ext cx="10561320" cy="438912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retendard"/>
                <a:ea typeface="Pretendard"/>
              </a:rPr>
              <a:t>복지정책 · 복지서비스 · 장학금 · 행복주택 등 주택 공고 · 서민금융 · 민간재단 지원까지, </a:t>
            </a:r>
            <a:r>
              <a:rPr sz="1050" b="1">
                <a:solidFill>
                  <a:srgbClr val="9DF7C0"/>
                </a:solidFill>
                <a:latin typeface="Pretendard"/>
                <a:ea typeface="Pretendard"/>
              </a:rPr>
              <a:t>모두 한곳에서 찾고 신청하실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④ — 신청 후에도 계속 지켜봅니다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복지는 받는 순간보다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놓치는 순간이 더 큰 문제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마감·갱신·서류를 에이전트가 대신 계속 챙깁니다.</a:t>
            </a:r>
          </a:p>
        </p:txBody>
      </p:sp>
      <p:pic>
        <p:nvPicPr>
          <p:cNvPr id="1017" name="Picture 1016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48256"/>
            <a:ext cx="5486400" cy="3343275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20824"/>
            <a:ext cx="5541264" cy="3398139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446395"/>
            <a:ext cx="54864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분석이 끝나면 에이전트가 직접 정리해 드립니다. 우선순위·기한·다음 할 일까지 안내합니다.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720840" y="2048256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⏰ 마감·갱신을 지켜봅니다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신청 마감 D-day, 해마다 다시 확인해야 하는 갱신 시기, 빠진 서류를 계산해서 앱을 열면 먼저 알려 드립니다.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720840" y="3017520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📅 복지 캘린더로 정리합니다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준비·점검·갱신 일정을 사용자의 휴대폰 캘린더로 내보낼 수 있고, 하루 전에 미리 알려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720840" y="3986784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🤝 가족이 대신 챙길 수 있습니다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링크 하나로 부모님의 복지를 자녀나 사회복지사가 대신 확인할 수 있습니다. 이때 이름은 자동으로 지워 개인정보를 보호합니다.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720840" y="4956048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🔮 앞일까지 미리 챙깁니다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만 65세가 되거나 자녀가 학교에 갈 때처럼, 앞으로 열리고 닫히는 복지를 몇 년 전부터 미리 알려 드립니다.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⑤ — 이렇게 만들었습니다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세 개의 층으로 이루어져 있습니다. 개인정보는 1층(사용자 기기)을 벗어나지 않고, 더 깊은 지식이나 실행이 필요할 때만 2·3층이 도와줍니다.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116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1층 · 사용자 기기 (기본 — 서버 없이도 모든 기능이 동작합니다)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복지 자격을 판정하는 엔진, 뜻으로 찾아주는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AI 의미 검색(브라우저 안에서 직접 실행)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, 마감을 지켜보는 모니터링이 모두 여기서 돕니다.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프로필·분석 결과·관심 목록은 전부 사용자의 기기에만 저장되어,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정보가 밖으로 나가지 않습니다.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9260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065078"/>
                </a:solidFill>
                <a:latin typeface="Pretendard"/>
                <a:ea typeface="Pretendard"/>
              </a:rPr>
              <a:t>2층 · 백엔드 에이전트 (선택 — 연결되면 더 깊이 있는 상담을 제공합니다)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FastAPI와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LangGraph 10노드 에이전트, Claude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가 프로필 분석부터 검색·자격 판별·가이드 작성까지 이어서 처리합니다.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연결이 없어도 기기 안의 규칙 엔진으로 똑같이 동작하므로,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어떤 상황에서도 멈추지 않습니다.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404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8A3D0E"/>
                </a:solidFill>
                <a:latin typeface="Pretendard"/>
                <a:ea typeface="Pretendard"/>
              </a:rPr>
              <a:t>3층 · 실행 연결 (서류·신청 — 정부 공식 경로를 이용합니다)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정부24 전자증명서·전자문서지갑과 연계해 </a:t>
            </a:r>
            <a:r>
              <a:rPr sz="1000" b="1">
                <a:solidFill>
                  <a:srgbClr val="8A3D0E"/>
                </a:solidFill>
                <a:latin typeface="Pretendard"/>
                <a:ea typeface="Pretendard"/>
              </a:rPr>
              <a:t>설치 없이 서류를 발급하고 전자로 제출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합니다. 네이버·카카오·토스도 쓰는 정부 공식 방식입니다.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앞으로 공공 마이데이터와 연결해, 서류 없이 신청하는 단계까지 넓혀갈 계획입니다.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4846320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이 모든 것은 실제 데이터로만 만들었습니다. 지어낸 정보는 하나도 넣지 않았습니다.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공공데이터포털 API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중앙 460 · 지자체 4,683건 (매주 자동 갱신)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정리·검증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중복 제거·주소 살아있는지 확인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정밀 검증 190건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2026년 공식 고시값으로 확인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민간재단 21곳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공식 사이트를 직접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⑥ — 신뢰를 코드로 지킵니다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정보에서 과장이나 오류는 취약계층에게 특히 위험합니다. 그래서 모두봄은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정직함을 다짐이 아니라 코드와 테스트로 지킵니다.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🔒 개인정보는 기기 안에서만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프로필과 분석 결과는 서버로 보내지 않습니다. 이름은 기기에도 남기지 않고, 가족과 공유하는 링크에서도 자동으로 지웁니다. 이 규칙을 테스트가 늘 확인합니다.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29968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065078"/>
                </a:solidFill>
                <a:latin typeface="Pretendard"/>
                <a:ea typeface="Pretendard"/>
              </a:rPr>
              <a:t>⚖️ 과장하지 않도록 못 박았습니다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상품권·서비스 한도를 ‘현금’처럼 부풀려 더하면 자동 테스트가 배포를 막습니다. 심사로 뽑는 민간 지원을 ‘받을 수 있다’처럼 단정하지 못하게 했습니다.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02736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8A3D0E"/>
                </a:solidFill>
                <a:latin typeface="Pretendard"/>
                <a:ea typeface="Pretendard"/>
              </a:rPr>
              <a:t>📊 모든 금액을 공식 출처로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기초연금 349,700원, 생계급여 기준 32% 등 2026년 보건복지부 기준으로 전부 확인했습니다. 정책마다 출처와 문의처를 화면에 함께 보여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02736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941035"/>
                </a:solidFill>
                <a:latin typeface="Pretendard"/>
                <a:ea typeface="Pretendard"/>
              </a:rPr>
              <a:t>🙋 마지막 결정은 사람이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본인인증과 최종 제출처럼 법으로 정해진 확인은 늘 사용자가 직접 하십니다. 에이전트는 그 직전까지 준비를 마치고, 되돌릴 수 없는 일은 사람이 결정합니다.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21807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9DF7C0"/>
                </a:solidFill>
                <a:latin typeface="Pretendard"/>
                <a:ea typeface="Pretendard"/>
              </a:rPr>
              <a:t>이 네 가지 약속이 지켜지는지 자동 테스트 426개가 배포 때마다 검사합니다. 어기면 배포 자체가 되지 않도록 만들었습니다.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① — 한 사람에게 생기는 변화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E2935"/>
                </a:solidFill>
                <a:latin typeface="Pretendard"/>
                <a:ea typeface="Pretendard"/>
              </a:rPr>
              <a:t>라이브 서비스에서 실제로 측정한, 대표적인 세 분의 사례입니다. </a:t>
            </a:r>
            <a:r>
              <a:rPr sz="1050" b="0">
                <a:solidFill>
                  <a:srgbClr val="647482"/>
                </a:solidFill>
                <a:latin typeface="Pretendard"/>
                <a:ea typeface="Pretendard"/>
              </a:rPr>
              <a:t>모든 금액은 ‘월 최대·중복수급 미반영’ 기준으로, 부풀리지 않았습니다.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👵 혼자 사시는 어르신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중위소득 25% · 72세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136A33"/>
                </a:solidFill>
                <a:latin typeface="Pretendard"/>
                <a:ea typeface="Pretendard"/>
              </a:rPr>
              <a:t>월 최대 63.9만원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기초연금·생계급여 같은 핵심 현금성 지원을 찾아 드리고,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함께 받을 때 줄어드는 관계까지 알려 드립니다.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돌봄·의료 서비스도 여러 건 안내합니다.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🤰 아이를 낳은 가정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0세 자녀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941035"/>
                </a:solidFill>
                <a:latin typeface="Pretendard"/>
                <a:ea typeface="Pretendard"/>
              </a:rPr>
              <a:t>월 최대 119.3만원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부모급여·아동수당 등을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‘출생 후 60일 안에 신청’ 같은 기한을 먼저 챙겨,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놓치면 사라지는 돈을 지켜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♿ 중증 장애가 있는 분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1급 · 45세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065078"/>
                </a:solidFill>
                <a:latin typeface="Pretendard"/>
                <a:ea typeface="Pretendard"/>
              </a:rPr>
              <a:t>월 최대 34.9만원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장애인연금 같은 법정 급여를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정부 포털에는 없는 민간 의료·재활 재단의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지원까지 연결해 드립니다.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553712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이 숫자가 뜻하는 것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846320"/>
            <a:ext cx="10561320" cy="932688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397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혼자 사시는 어르신 한 분 기준으로 1년이면 약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767만원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 이 돈은 새로 만든 예산이 아니라, </a:t>
            </a: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이미 마련되어 있었지만 주인을 찾지 못하던 돈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그래서 모두봄은 복지를 늘리는 서비스가 아니라, </a:t>
            </a:r>
            <a:r>
              <a:rPr sz="1100" b="1">
                <a:solidFill>
                  <a:srgbClr val="136A33"/>
                </a:solidFill>
                <a:latin typeface="Pretendard"/>
                <a:ea typeface="Pretendard"/>
              </a:rPr>
              <a:t>이미 있는 권리를 제 주인에게 돌려드리는 서비스</a:t>
            </a: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② — 사회적 가치와 현장의 확인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‘몰라서 못 받는’ 일을 줄이는 것 —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찾아다니는 복지에서, 먼저 챙겨주는 복지로 바꾸는 것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이 목표입니다.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1993392"/>
            <a:ext cx="10561320" cy="65836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🏛️ 복지관을 직접 찾아가, 실제 이용자분들과 함께 현장 파일럿 테스트를 진행했습니다.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실제로 써 보시게 하고 반응을 들으며, 화면과 안내 문구를 사용자 눈높이에 맞게 다듬었습니다.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77977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🌱 찾아다니지 않아도 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사용자가 직접 찾아다니지 않아도 에이전트가 먼저 챙깁니다. 정보의 격차가 곧 받는 복지의 격차가 되지 않도록 돕습니다.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277977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🕳️ 사각지대까지 살핍니다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민간재단의 장학·의료·위기 지원까지 모아 정부 데이터 밖도 챙기고, 7개 언어로 외국인·다문화 가정도 함께 돕습니다.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87705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🔐 안심하고 쓸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개인정보를 기기 밖으로 보내지 않습니다. 민감한 정보를 맡기지 않아도 되어, 취약계층이 믿고 쓸 수 있습니다.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263640" y="387705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💸 오래 이어갈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기기 안 처리 방식이라 서버 비용이 거의 들지 않습니다. 지자체·복지관에도 부담 없이 보급할 수 있는 구조입니다.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868680" y="5047488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그리고 이 모든 것은 예선 시점에 실제로 확인한 수치입니다.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68680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5,300여 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한곳에 모은 실제 제도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2642616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426개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항상 통과하는 자동 테스트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4416552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복지관 현장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실제 이용자 파일럿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6190488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13종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바로 발급되는 서류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7964424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7개 언어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다국어 안내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738360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거의 0원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월 운영 비용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③ — 여기서 멈추지 않겠습니다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지금도 계속 만들어가고 있습니다. </a:t>
            </a:r>
            <a:r>
              <a:rPr sz="1300" b="1">
                <a:solidFill>
                  <a:srgbClr val="065078"/>
                </a:solidFill>
                <a:latin typeface="Pretendard"/>
                <a:ea typeface="Pretendard"/>
              </a:rPr>
              <a:t>웹과 모바일 앱, 그리고 정부 공식 인프라와의 연결로 완성도를 더 높이겠습니다.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지금 · 예선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웹으로 서비스를 운영하고 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복지·장학금·행복주택·서민금융을 모았습니다.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설치 없이 서류 발급을 연결했습니다.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복지관 현장 파일럿을 마쳤습니다.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288536" y="325526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4453128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다음 · 본선까지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4453128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모바일 앱(설치형)을 출시하겠습니다.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공공데이터 자동 갱신을 고도화합니다.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신청서 자동 작성 범위를 넓힙니다.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어르신을 위한 음성 화면을 강화합니다.</a:t>
            </a:r>
          </a:p>
        </p:txBody>
      </p:sp>
      <p:sp>
        <p:nvSpPr>
          <p:cNvPr id="1023" name="Right Arrow 1022"/>
          <p:cNvSpPr/>
          <p:nvPr/>
        </p:nvSpPr>
        <p:spPr>
          <a:xfrm>
            <a:off x="7872983" y="325526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4" name="Rounded Rectangle 1023"/>
          <p:cNvSpPr/>
          <p:nvPr/>
        </p:nvSpPr>
        <p:spPr>
          <a:xfrm>
            <a:off x="8037575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앞으로 · 정식 출시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037575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전자증명서 API를 정식으로 연계합니다.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 마이데이터로 서류 없는 신청까지.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지자체·복지관에 부담 없이 보급합니다.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세금·행정 등 다른 생활 영역으로 넓힙니다.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4462272"/>
            <a:ext cx="10561320" cy="60350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5078"/>
                </a:solidFill>
                <a:latin typeface="Pretendard"/>
                <a:ea typeface="Pretendard"/>
              </a:rPr>
              <a:t>든든한 근거가 있습니다 — 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전자증명서와 공공 마이데이터는 네이버·카카오·토스가 이미 쓰는 정부 공식 서비스입니다. 여기에 모두봄의 기기 내 처리 방식을 더하면, ‘개인정보를 맡기지 않고도 자동으로 신청’하는 일이 가능해집니다.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5212080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DF7C0"/>
                </a:solidFill>
                <a:latin typeface="Pretendard"/>
                <a:ea typeface="Pretendard"/>
              </a:rPr>
              <a:t>모두의 봄날을 위해 — 몰라서 못 받는 복지가 없는 세상을, 모두봄이 만들어 가겠습니다. 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2498</Words>
  <Application>Microsoft Office PowerPoint</Application>
  <DocSecurity>0</DocSecurity>
  <PresentationFormat>와이드스크린</PresentationFormat>
  <Paragraphs>295</Paragraphs>
  <Slides>14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Arial</vt:lpstr>
      <vt:lpstr>Malgun Gothic</vt:lpstr>
      <vt:lpstr>Pretendard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나준상</cp:lastModifiedBy>
  <cp:revision>2</cp:revision>
  <dcterms:created xsi:type="dcterms:W3CDTF">2026-06-30T07:31:27Z</dcterms:created>
  <dcterms:modified xsi:type="dcterms:W3CDTF">2026-07-06T03:29:29Z</dcterms:modified>
</cp:coreProperties>
</file>