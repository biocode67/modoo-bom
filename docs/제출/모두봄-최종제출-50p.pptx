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>
                <a:solidFill>
                  <a:srgbClr val="BBF7D0"/>
                </a:solidFill>
                <a:latin typeface="맑은 고딕"/>
              </a:rPr>
              <a:t>2026 AI·SW중심대학 디지털 경진대회 · SW부문 최종 산출물</a:t>
            </a:r>
          </a:p>
          <a:p>
            <a:r>
              <a:rPr sz="5400" b="1">
                <a:solidFill>
                  <a:srgbClr val="FFFFFF"/>
                </a:solidFill>
                <a:latin typeface="맑은 고딕"/>
              </a:rPr>
              <a:t>모두봄 🌱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FFFFFF"/>
                </a:solidFill>
                <a:latin typeface="맑은 고딕"/>
              </a:rPr>
              <a:t>몰라서 못 받는 복지를 찾아 신청까지 — 개인 복지 자산 관리 AI Agent</a:t>
            </a:r>
          </a:p>
          <a:p>
            <a:pPr>
              <a:spcBef>
                <a:spcPts val="2400"/>
              </a:spcBef>
            </a:pPr>
            <a:r>
              <a:rPr sz="1500">
                <a:solidFill>
                  <a:srgbClr val="D1FAE5"/>
                </a:solidFill>
                <a:latin typeface="맑은 고딕"/>
              </a:rPr>
              <a:t>라이브: biocode67.github.io/modoo-bom   ·   설치·로그인 없이 지금 바로 체험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Summary —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문제: 자격이 있어도 몰라서·어려워서·못 써서 놓치는 복지 — 정부·지자체·민간에 5,300여 건이 흩어져 있습니다.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해법: 말 한마디(음성·7개 언어)면 AI Agent가 찾고(인지·판단), 담고·서류 만들고·발급/신청까지 실행(행동), 마감·갱신을 감시(관찰)합니다.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차별점 ① 정부 데이터 밖 민간재단 21건 실측 큐레이션  ② 온디바이스 AI(개인정보 서버 전송 0)  ③ 실제 정부24를 조작하는 서류 15종 자동발급  ④ 창구 도움 카드·사유서 대필 — '손에 쥐여주는' 마지막 1cm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정직성: 과장을 코드로 차단(현금성 게이트·심사형 '자격 있음' 표기 거부) — 다중에이전트 적대 감사 17라운드로 확정 결함 90여 건 정정.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0"/>
            <a:ext cx="2625013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5803D"/>
                </a:solidFill>
                <a:latin typeface="맑은 고딕"/>
              </a:rPr>
              <a:t>5,300+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실데이터 복지(건)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6533" y="4754880"/>
            <a:ext cx="2625013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5803D"/>
                </a:solidFill>
                <a:latin typeface="맑은 고딕"/>
              </a:rPr>
              <a:t>809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자동 테스트(프론트 679·백엔드 130)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6" y="4754880"/>
            <a:ext cx="2625013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5803D"/>
                </a:solidFill>
                <a:latin typeface="맑은 고딕"/>
              </a:rPr>
              <a:t>15종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서류 자동발급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63759" y="4754880"/>
            <a:ext cx="2625013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5803D"/>
                </a:solidFill>
                <a:latin typeface="맑은 고딕"/>
              </a:rPr>
              <a:t>7개 언어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온디바이스 AI 검색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1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문제 — 몰라서 못 받는 복지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복지 사각지대는 '제도 부족'이 아니라 '연결 실패'의 문제입니다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03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자격이 있어도 받지 못하는 3가지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① 몰라서 — 중앙부처 460 + 지자체 4,683 + 민간재단·서민금융까지, 어디에 무엇이 있는지 한 곳에서 볼 수 없습니다.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1A251E"/>
                </a:solidFill>
                <a:latin typeface="맑은 고딕"/>
              </a:rPr>
              <a:t>– 복지로·정부24·지자체 홈페이지·재단 공고가 제각각 — '내 것'을 찾으려면 수십 개 사이트를 뒤져야 합니다.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② 어려워서 — '소득인정액', '중위소득 48%', '차상위'… 자격 기준은 행정 용어의 벽 뒤에 있습니다.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③ 못 써서 — 찾아도 신청서의 '사유'를 쓰지 못하고, 창구에서 말이 막히고, 서류 발급에서 포기합니다.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특히 어르신·장애인·외국인·위기가구 — 복지가 가장 필요한 분들이 가장 큰 장벽을 만납니다.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한 사람의 이야기 — 김복순 님(72세, 독거)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기초연금은 받고 계십니다. 그런데 그게 전부일까요?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모두봄에 '72세 혼자 사는데 소득이 적어요' 한 문장을 넣으면 —</a:t>
            </a:r>
          </a:p>
          <a:p>
            <a:pPr lvl="1">
              <a:spcAft>
                <a:spcPts val="1000"/>
              </a:spcAft>
            </a:pPr>
            <a:r>
              <a:rPr sz="1400" b="1">
                <a:solidFill>
                  <a:srgbClr val="1A251E"/>
                </a:solidFill>
                <a:latin typeface="맑은 고딕"/>
              </a:rPr>
              <a:t>– 핵심 현금지원 월 최대 64만원(중복수급 미반영), 강력 추천 10여 건이 나옵니다: 주거급여·의료급여·틀니 지원·노인 일자리·에너지바우처…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1A251E"/>
                </a:solidFill>
                <a:latin typeface="맑은 고딕"/>
              </a:rPr>
              <a:t>– 정부 데이터 어디에도 없는 민간재단(심장 수술비·위기가정 지원)까지 함께.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5803D"/>
                </a:solidFill>
                <a:latin typeface="맑은 고딕"/>
              </a:rPr>
              <a:t>· 김복순 님 같은 분이 전국에 수백만 명입니다. 모두봄은 그분들의 '몰랐던 권리'를 찾아드립니다.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2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솔루션 — AI Agent '모두봄'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찾기 → 이해 → 행동(신청) → 사후관리, 전 여정을 에이전트가 대행합니다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06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모두봄이란 — 챗봇이 아니라 '루프'입니다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개인 복지 자산 관리 AI Agent — 나이·소득·상황만 알려주면 찾고, 계산하고, 서류·신청·사후관리까지 함께합니다. 회원가입·설치·비용 없음(PWA·오프라인 지원).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인지 — 프로필·자연어·음성에서 상황 신호를 읽습니다(실직·한부모·장애·위기 등 사각지대 신호 포함).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판단 — 2026 정밀 선정기준으로 자격을 판정하고, 우선순위·예상 금액·'왜 나에게 맞는지' 근거를 만듭니다.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행동 — 한 번에 담기, 서류 자동발급(RPA), 신청서 정보 자동 입력, 사유서·위임장·전화 대본 대필.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관찰 — 신청 진행·서류 미비·갱신 임박·마감을 감시하고 먼저 보고합니다(챗을 열면 브리핑부터).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2410C"/>
                </a:solidFill>
                <a:latin typeface="맑은 고딕"/>
              </a:rPr>
              <a:t>· 이 루프 전체가 에이전트입니다 — 인증·최종 제출만 사람에게 남깁니다(설계 원칙).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전체 아키텍처 — 3층 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08 / 50</a:t>
            </a:r>
          </a:p>
        </p:txBody>
      </p:sp>
      <p:pic>
        <p:nvPicPr>
          <p:cNvPr id="6" name="Picture 5" descr="diagram1-아키텍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396" y="1143000"/>
            <a:ext cx="762290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① 온디바이스 신경망(다국어 의미검색·프라이버시) ② LangGraph 10노드 에이전트(클라우드/로컬) ③ Playwright RPA(실제 정부24)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LangGraph 10노드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09 / 50</a:t>
            </a:r>
          </a:p>
        </p:txBody>
      </p:sp>
      <p:pic>
        <p:nvPicPr>
          <p:cNvPr id="6" name="Picture 5" descr="diagram5-LangGraph10노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143000"/>
            <a:ext cx="10607040" cy="45691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8533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프로필 분석 → RAG 검색 → 자격 판별 → 재판정 루프(reflection) → 가이드·서류·포트폴리오·알림·추적 → 오케스트레이터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6938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맑은 고딕"/>
              </a:rPr>
              <a:t>라이브에서 실시간 스트리밍으로 10노드가 순차 점등 — 연출이 아니라 실제 실행입니다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데이터 — 약 5,300건 실데이터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10 / 50</a:t>
            </a:r>
          </a:p>
        </p:txBody>
      </p:sp>
      <p:pic>
        <p:nvPicPr>
          <p:cNvPr id="6" name="Picture 5" descr="chart1-출처구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09" y="1143000"/>
            <a:ext cx="970187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정부 시드 124(정밀 규칙·검증 금액) + 지원사업 33 + 주택 7 + 서민금융 5 + 민간재단 21 + 공공데이터(중앙 460·지자체 4,683)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맑은 고딕"/>
              </a:rPr>
              <a:t>가짜 데이터 미생성 원칙 — 전 항목 실데이터, 헤드라인 금액은 2026 공식 출처로 재검증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민간재단 큐레이션 21건 — 정부 데이터 밖의 사각지대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11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복지로·보조금24 어디에도 없는 기업·재단 지원을 하나하나 실측 검증해 수록했습니다.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장학: 현대차 정몽구 스칼러십 · 관정 · 삼성꿈장학 · 미래에셋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의료·위기: 한국심장재단 · 백혈병어린이재단 · 아산 SOS · 초록우산 · 밀알(장애·재활)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정직한 표시 — 심사·선발형임을 명시하고 '자격 있음'으로 단정하지 않습니다(테스트가 이를 강제).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서민금융 5건(햇살론·소액생계비대출 등)도 '대출'임을 명시하고 현금 합산에서 제외합니다.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3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찾기 — 말 한마디면 됩니다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대화·한 문장·음성·7개 언어, 어떤 방식으로든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대화형 온보딩 — '새싹이와 대화'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13 / 50</a:t>
            </a:r>
          </a:p>
        </p:txBody>
      </p:sp>
      <p:pic>
        <p:nvPicPr>
          <p:cNvPr id="6" name="Picture 5" descr="m2-analyz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57" y="1143000"/>
            <a:ext cx="213378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폼 대신 마스코트가 하나씩 묻고 탭으로만 답합니다. 어르신(65+)에겐 큰글씨를 원탭 제안, 새로고침해도 이어서.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한 문장 분석 — '72세 혼자 사는데 소득이 적어요'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14 / 50</a:t>
            </a:r>
          </a:p>
        </p:txBody>
      </p:sp>
      <p:pic>
        <p:nvPicPr>
          <p:cNvPr id="6" name="Picture 5" descr="한문장분석결과-2026-07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089" y="1143000"/>
            <a:ext cx="664951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핵심 현금지원 월 최대 64만원 — 2026-07-15 라이브 실측 화면 그대로(수치·문구 무보정)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분석 결과 — 에이전트가 '다음 행동'을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15 / 50</a:t>
            </a:r>
          </a:p>
        </p:txBody>
      </p:sp>
      <p:pic>
        <p:nvPicPr>
          <p:cNvPr id="6" name="Picture 5" descr="10-result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35" y="1143000"/>
            <a:ext cx="656742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'이렇게 이해했어요' 신호 투명화 + 추천 한 번에 담기 + 마감 임박·놓친 복지·연계 감면까지 이어집니다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정책 상세 — '내가 받을 수 있는 이유'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16 / 50</a:t>
            </a:r>
          </a:p>
        </p:txBody>
      </p:sp>
      <p:pic>
        <p:nvPicPr>
          <p:cNvPr id="6" name="Picture 5" descr="d1-detail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35" y="1143000"/>
            <a:ext cx="656742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조건 나열이 아니라 내 정보와 대조한 체크리스트(만 72세 ✓ · 소득 하위 25% ✓)로 근거를 보여줍니다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숨은 지능 — 추천에서 끝나지 않는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수급 조합 도우미 — '하나만'(기초연금↔장애인연금) · '감액 주의'(기초연금→생계급여) · '병급 가능'(아동수당+부모급여). 공식 규정 실측.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아깝게 놓친 복지 — 딱 한 조건만 벗어난 정책을 근거와 함께(판단 근거 노출).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연계 감면 일괄 안내 — 자격이 되면 딸려오는 통신·전기·가스·TV수신료 감면을 묶어 안내.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생애 타임라인·시뮬레이터 — '만 65세가 되면', '아이가 태어나면' 무엇이 열리고 닫히는지 미리.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긴급복지 빠른 진단 — 위기 상황이면 129·1366·1393 핫라인을 최우선으로(안전 우선 설계).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행동형 챗 에이전트 — '다 담아줘' 한마디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18 / 50</a:t>
            </a:r>
          </a:p>
        </p:txBody>
      </p:sp>
      <p:pic>
        <p:nvPicPr>
          <p:cNvPr id="6" name="Picture 5" descr="32-cha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35" y="1143000"/>
            <a:ext cx="656742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대화 맥락을 기억해 방금 보여준 복지를 저장하고, 서류 요약·자격 설명까지 — 행동은 기기 안 에이전트가 즉시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챗 하이브리드 — 행동은 로컬, 지식은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19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행동 의도(담기·서류·자격·브리핑) — 기기 안 규칙 에이전트가 처리: 즉시·정확·개인정보 무전송.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지식 질문('기초연금이 뭐야?') — 클라우드 LLM(Gemini 2.5 Flash, 실패 시 Groq→Claude 자동 폴백)이 실시간 답변. 화면에 '🧠 실시간 AI' 정직 라벨.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백엔드가 없어도 전 기능 동작 — 규칙 폴백은 결함이 아니라 신뢰성 설계입니다.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열면 먼저 보고 — 담아둔 복지의 마감·서류·갱신 중 급한 것부터 브리핑(능동적 개입).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4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국경 없는 접근 — 7개 언어 온디바이스 AI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외국인·다문화 사각지대를 정면으로 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온디바이스 다국어 의미검색 (헤드라인 기술)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21 / 50</a:t>
            </a:r>
          </a:p>
        </p:txBody>
      </p:sp>
      <p:pic>
        <p:nvPicPr>
          <p:cNvPr id="6" name="Picture 5" descr="diagram2-AI검색흐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98" y="1143000"/>
            <a:ext cx="939809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multilingual-e5 신경망이 브라우저 안에서 직접 실행 — 질의만 임베딩, 정책 벡터는 빌드 시 사전계산. 서버 전송 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영어로 검색하면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22 / 50</a:t>
            </a:r>
          </a:p>
        </p:txBody>
      </p:sp>
      <p:pic>
        <p:nvPicPr>
          <p:cNvPr id="6" name="Picture 5" descr="41-i18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962" y="1143000"/>
            <a:ext cx="622177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'I lost my job and need money' → 한국 복지를 뜻으로 매칭. 언어 자동감지 + AI 답변 카드(검색결과 기반 · 환각 없음)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외국어 딥퍼널 — 상세·신청까지 자국어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23 / 50</a:t>
            </a:r>
          </a:p>
        </p:txBody>
      </p:sp>
      <p:pic>
        <p:nvPicPr>
          <p:cNvPr id="6" name="Picture 5" descr="42-i18n-en-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962" y="1143000"/>
            <a:ext cx="622177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정책 상세·신청 키트의 UI 골격이 자국어로(en·vi·zh·ja·th·ru·ar). 제도 본문은 한국어 유지 + 통역 연결(기계번역 환각 방지)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🆕 창구 도움 카드 — 말이 안 통해도 '보여주면'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24 / 50</a:t>
            </a:r>
          </a:p>
        </p:txBody>
      </p:sp>
      <p:pic>
        <p:nvPicPr>
          <p:cNvPr id="6" name="Picture 5" descr="창구도움카드-영어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35" y="1143000"/>
            <a:ext cx="656742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위: 본인용 자국어 안내(검증된 사전) · 아래: 직원이 읽을 큰 한국어 문장 + 필요서류 체크리스트 + 통역 연락처 · 큰 글씨 인쇄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5803D"/>
                </a:solidFill>
                <a:latin typeface="맑은 고딕"/>
              </a:rPr>
              <a:t>아랍어 사용자에겐 다누리(미지원) 대신 129만 안내 — 거짓 통역 약속을 하지 않습니다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다국어 정직성 원칙 — 번역하지 않을 자유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UI 골격만 번역 — 사전에 검증해 둔 정적 문자열(8개 언어)만 사용합니다.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제도명·금액·자격 본문은 한국어 유지 — 기계번역이 만들 수 있는 환각(오역된 자격·금액)을 원천 차단.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대신 연결 — 원문 그대로 구글 번역으로 보내는 링크 + 다누리콜(13개 언어 통역 ☎1577-1366) + ☎129.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음성도 자국어로 — 마이크로 묻고, 해당 언어 보이스가 있으면 음성으로 답합니다(없으면 정직하게 텍스트 안내).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5803D"/>
                </a:solidFill>
                <a:latin typeface="맑은 고딕"/>
              </a:rPr>
              <a:t>· AI 답변 카드도 검색결과 기반 템플릿(8언어) — 생성형 환각이 구조적으로 불가능합니다.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5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신청 — 링크가 아니라 실행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다른 서비스는 여기서 링크를 줍니다. 모두봄은 직접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경쟁 서비스와의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27 / 50</a:t>
            </a:r>
          </a:p>
        </p:txBody>
      </p:sp>
      <p:pic>
        <p:nvPicPr>
          <p:cNvPr id="6" name="Picture 5" descr="chart4-경쟁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19" y="1143000"/>
            <a:ext cx="848485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복지로/보조금24·상용 서비스는 '안내'에서 멈춥니다 — 모두봄은 민간재단·온디바이스·신청 실행·사후관리까지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신청 키트 — 어떤 브라우저·폰에서든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공식 신청 딥링크 — 복지로 신청 페이지·정부24 민원으로 직행(전 링크 실측 검증, 자동 재검증 스크립트 상시 가동).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원터치 신청 — [신청] 한 번에 내 정보(이름)를 복사하고 공식 페이지를 엽니다. 간편인증만 하면 끝.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신청 자동화 흐름 스테퍼 — 추천·정보작성·서류는 '자동', 인증·제출은 '본인'임을 화면에 정직하게 표시.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복귀 확인 — 정부 탭에서 돌아오면 '완료하셨나요?' 1탭. 사용자가 '네'를 눌러야만 기록(클릭=완료 날조 금지).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서류 자동발급 — 실제 정부24를 조작합니다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29 / 50</a:t>
            </a:r>
          </a:p>
        </p:txBody>
      </p:sp>
      <p:pic>
        <p:nvPicPr>
          <p:cNvPr id="6" name="Picture 5" descr="diagram3-발급자동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19" y="1143000"/>
            <a:ext cx="848485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Playwright + 실제 크롬(CDP) — 로그인·메뉴 이동·양식 입력·발급까지 자동. 본인인증(카카오·PASS·네이버·토스)만 폰에서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지원 서류 15종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30 / 50</a:t>
            </a:r>
          </a:p>
        </p:txBody>
      </p:sp>
      <p:pic>
        <p:nvPicPr>
          <p:cNvPr id="6" name="Picture 5" descr="diagram3-발급자동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19" y="1143000"/>
            <a:ext cx="848485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정부24 13종(등본·초본·가족관계·장애인·소득금액·납세·수급자·한부모·국세·출입국·병적·건보납부 등) + 건보 자격득실 + 고용보험 이력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서류 준비 도우미 — 웹에서 그대로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31 / 50</a:t>
            </a:r>
          </a:p>
        </p:txBody>
      </p:sp>
      <p:pic>
        <p:nvPicPr>
          <p:cNvPr id="6" name="Picture 5" descr="13-doc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35" y="1143000"/>
            <a:ext cx="656742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필요 서류를 모아 무설치 전자증명서 발급으로 연결, '이어서 발급'이 남은 서류를 순서대로 — 발급 완료는 기기가 기억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데스크탑 앱 — '전부 자동발급' 한 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32 / 50</a:t>
            </a:r>
          </a:p>
        </p:txBody>
      </p:sp>
      <p:pic>
        <p:nvPicPr>
          <p:cNvPr id="6" name="Picture 5" descr="슬라이드8-서류도우미-데스크탑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143000"/>
            <a:ext cx="7388352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한 번 인증으로 여러 서류 연쇄 발급(journey 엔진) — PDF가 바탕화면에 저장됩니다. Windows 원클릭 설치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human-in-the-loop — '안 되는 것'을 정직하게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완전 무인 자동 제출은 설계상 하지 않습니다 — 본인인증은 법이 사람에게 요구하는 단계이고, 최종 제출은 비가역·법적 행위이기 때문입니다.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그래서 흐름의 끝은 항상 사람 — 인증 1탭, 제출 1클릭만 남기고 나머지를 전부 자동화합니다.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5803D"/>
                </a:solidFill>
                <a:latin typeface="맑은 고딕"/>
              </a:rPr>
              <a:t>· 이 경계는 한계가 아니라 신뢰입니다 — 취약계층 대상 서비스가 지켜야 할 안전장치라고 믿습니다.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🆕 마지막 1cm — 쓰지 못하는 분을 위한 대필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신청 사유서 — 긴급복지·장학·재단 신청의 최대 장벽 '사유 쓰기'를 대신: 입력한 상황만 문장으로(환각 0), 복사·인쇄해 바로 제출.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위임장 — 거동이 불편하면 가족이 대신 신청하도록 위임장 초안까지.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📞 전화 대본 — 129·담당기관에 전화할 때 그대로 읽는 문장 + 꼭 물어볼 체크리스트 + 메모칸.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주민센터 방문 키트 — 정책 1건을 큰 글씨 A4로: 창구에서 할 말·서류 체크리스트·담당 전화 + 가까운 주민센터 지도.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전부 규칙 기반 — 지어낸 문장이 없고, '초안이니 확인 후 사용'을 명시합니다.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6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사후관리 — 신청하고 끝이 아닙니다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서류 미비·진행 점검·갱신 임박을 에이전트가 감시합니다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나의 복지 — 상태 관리와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36 / 50</a:t>
            </a:r>
          </a:p>
        </p:txBody>
      </p:sp>
      <p:pic>
        <p:nvPicPr>
          <p:cNvPr id="6" name="Picture 5" descr="12-my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185" y="1143000"/>
            <a:ext cx="897325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관심→준비→신청→수급 상태 관리 + '다음 할 일' 자동 산출 + 현금성만 정직 합산한 월 최대 지원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모니터링 엔진 — 날조 없는 사후관리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사용자 기록(신청일·점검일) + 정책 갱신 주기로 산출 — 서류 미비·신청 권유·진행 점검·갱신 임박.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정부 서버의 실시간 심사 상태는 사용자 세션 없이는 알 수 없습니다 — 그래서 '아는 척'하지 않고 공식 조회 링크로 안내합니다.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과거 버전의 가짜 상태 생성기(random)는 발견 즉시 제거했습니다 — 정직성은 기능보다 우선입니다.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복지 캘린더 — 준비·점검·갱신 일정을 .ics로 폰 캘린더에(과거 일정은 정직하게 제외).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가족 도움 링크 — 프라이버시를 지키는 연대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38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어르신의 결과를 링크 하나로 가족에게 — 받은 폰에서 같은 결과를 '재계산'합니다(서버 저장 없음, 이름 미포함).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도우미 모드 격리 — 남의 결과를 보는 동안 내 관심목록·기록·신원이 섞이지 않도록 모든 쓰기 경로를 차단(감사로 4중 검증).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🆕 글로 복사 — 결과를 카톡용 요약 글로 한 번에: 어르신이 자녀에게 '이거 봐줘' 하는 실제 경로.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현장 모드 — 복지관 상담용 '다음 분 상담 시작'이 이전 상담자의 모든 흔적(프로필·클립보드까지)을 지웁니다.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7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누구나 쓸 수 있게 — 접근성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가장 필요한 분들이 가장 쉽게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어르신 모드 — 큰글씨·고대비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40 / 50</a:t>
            </a:r>
          </a:p>
        </p:txBody>
      </p:sp>
      <p:pic>
        <p:nvPicPr>
          <p:cNvPr id="6" name="Picture 5" descr="m4-elderly-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57" y="1143000"/>
            <a:ext cx="213378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65+ 감지 시 원탭 제안 — 큰글씨는 본문·제목까지 고르게 확대, 고대비는 히어로 강조어까지 실제로 진하게(실측 검증)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음성으로 묻고, 음성으로 듣습니다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41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음성 입력 — 검색·한 문장 분석·챗 어디서나 마이크로(Web Speech).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읽어주기(TTS) — 결과 요약·정책 상세를 음성으로. 외국어는 해당 언어 보이스로(없으면 정직하게 안내).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스크린리더 — 결과 도착·상태 변화를 라이브 영역으로 안내, 모달 포커스 트랩·ESC·aria 전면 적용.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WCAG AA 대비 — 저대비 조합을 감사로 전수 색출·수정(4.5:1), reduced-motion 존중.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PWA — 설치하면 앱, 꺼져도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42 / 50</a:t>
            </a:r>
          </a:p>
        </p:txBody>
      </p:sp>
      <p:pic>
        <p:nvPicPr>
          <p:cNvPr id="6" name="Picture 5" descr="m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57" y="1143000"/>
            <a:ext cx="213378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338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홈 화면 설치·오프라인 분석(시드 190건)·자동 업데이트 — 행사장 와이파이가 끊겨도 시연이 멈추지 않습니다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프라이버시 구조 — '안 보내는'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프로필·분석·검색 임베딩 — 전부 브라우저 안에서 계산하고 기기에만 저장합니다.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주민등록번호 등 민감정보는 아예 받지 않습니다. RPA용 이름·생년월일도 기기에만.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선택 동기화(카카오·구글 로그인)를 켜도 '나의 복지' 목록만 본인 계정 클라우드로 — 언제든 삭제.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5803D"/>
                </a:solidFill>
                <a:latin typeface="맑은 고딕"/>
              </a:rPr>
              <a:t>· 취약계층이 안심하고 쓰는 것 — 그 자체가 접근성이라고 생각합니다.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BF7D0"/>
                </a:solidFill>
                <a:latin typeface="맑은 고딕"/>
              </a:rPr>
              <a:t>PART 8</a:t>
            </a:r>
          </a:p>
          <a:p>
            <a:r>
              <a:rPr sz="4000" b="1">
                <a:solidFill>
                  <a:srgbClr val="FFFFFF"/>
                </a:solidFill>
                <a:latin typeface="맑은 고딕"/>
              </a:rPr>
              <a:t>품질·정직성 그리고 실용성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1FAE5"/>
                </a:solidFill>
                <a:latin typeface="맑은 고딕"/>
              </a:rPr>
              <a:t>과장은 기능이 아니라 버그로 취급했습니다 — 그리고 오늘 바로 쓸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검증 수치 (전부 실측)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45 / 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25013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5803D"/>
                </a:solidFill>
                <a:latin typeface="맑은 고딕"/>
              </a:rPr>
              <a:t>809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자동 테스트
(프론트 679 · 백엔드 130)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6533" y="1554480"/>
            <a:ext cx="2625013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5803D"/>
                </a:solidFill>
                <a:latin typeface="맑은 고딕"/>
              </a:rPr>
              <a:t>13여정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실브라우저 E2E
(모바일·도우미·다국어 포함)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6" y="1554480"/>
            <a:ext cx="2625013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5803D"/>
                </a:solidFill>
                <a:latin typeface="맑은 고딕"/>
              </a:rPr>
              <a:t>17라운드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다중에이전트 적대 감사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3759" y="1554480"/>
            <a:ext cx="2625013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5803D"/>
                </a:solidFill>
                <a:latin typeface="맑은 고딕"/>
              </a:rPr>
              <a:t>90여 건</a:t>
            </a:r>
          </a:p>
          <a:p>
            <a:pPr algn="ctr"/>
            <a:r>
              <a:rPr sz="1300">
                <a:solidFill>
                  <a:srgbClr val="555F58"/>
                </a:solidFill>
                <a:latin typeface="맑은 고딕"/>
              </a:rPr>
              <a:t>확정 결함 발견·정정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A251E"/>
                </a:solidFill>
                <a:latin typeface="맑은 고딕"/>
              </a:rPr>
              <a:t>· 적대 감사 = AI 에이전트 수십 개가 '결함을 찾도록' 경쟁하고, 별도 에이전트가 재현 가능성을 검증 — 확정된 것만 수정했습니다.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A251E"/>
                </a:solidFill>
                <a:latin typeface="맑은 고딕"/>
              </a:rPr>
              <a:t>· 모든 수정은 회귀 테스트로 고정 — 같은 결함이 되돌아오지 않습니다.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A251E"/>
                </a:solidFill>
                <a:latin typeface="맑은 고딕"/>
              </a:rPr>
              <a:t>· 헤드라인 금액 9종은 2026 공식 출처로 재검증(기초연금 349,700원·생계급여 중위32% 등 전건 일치), 공식 딥링크 19종 자동 생존 점검.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정직성을 코드로 — 대표 장치들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현금성 게이트 — 서비스 한도(장기요양 월 251만)·바우처·감면·대출·임금대체를 '현금'으로 합산·표기하지 않습니다. 위반 시 테스트 실패.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심사·선발형(민간재단)은 '자격 있음' 단정 금지 — 표기 자체를 테스트가 거부합니다.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모르면 모른다고 — 소득을 안 적으면 '중위 80% 확정'이 아니라 '소득 확인 필요' 조건부로 안내합니다.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클릭≠완료 — 신청·발급은 사용자가 '네'를 눌러야만 기록됩니다.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결과 인쇄물·공유 텍스트·시뮬레이터까지 — 모든 표시면이 같은 게이트를 공유합니다.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데이터 파이프라인 — 지속 가능한 최신성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47 / 50</a:t>
            </a:r>
          </a:p>
        </p:txBody>
      </p:sp>
      <p:pic>
        <p:nvPicPr>
          <p:cNvPr id="6" name="Picture 5" descr="diagram6-데이터파이프라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143000"/>
            <a:ext cx="10607040" cy="1344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70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F58"/>
                </a:solidFill>
                <a:latin typeface="맑은 고딕"/>
              </a:rPr>
              <a:t>한국사회보장정보원 공공데이터(OpenAPI) → 정규화 ETL → 런타임 병합. 재수집 한 번으로 전체 갱신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지금 바로 사용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라이브 서비스 운영 중 — biocode67.github.io/modoo-bom (설치·로그인·비용 없음).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운영비 ≈ 0원 — 정적 호스팅 + 온디바이스 구조라 사용자가 늘어도 비용이 늘지 않습니다.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Windows 데스크탑 앱 원클릭 설치(자동발급), 크롬 확장, 서버사이드 체험 모드까지 3채널.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복지관 현장 모드 — 상담사가 어르신을 연속 상담할 수 있는 초기화·인쇄·전화 대본 도구 내장.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11556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확장 로드맵 — 그리고 지켜온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</a:rPr>
              <a:t>모두봄 — 개인 복지 자산 관리 AI Agent</a:t>
            </a:r>
            <a:r>
              <a:rPr sz="1000" b="0">
                <a:solidFill>
                  <a:srgbClr val="555F58"/>
                </a:solidFill>
                <a:latin typeface="맑은 고딕"/>
              </a:rPr>
              <a:t>        49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보급 — 지자체·복지관·다문화가족지원센터에 무상 보급(무운영비라 즉시 가능).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251E"/>
                </a:solidFill>
                <a:latin typeface="맑은 고딕"/>
              </a:rPr>
              <a:t>· 정부 연계 — 전자증명서(전자문서지갑)·마이데이터 연동으로 '서류 없는 신청'까지. 같은 에이전트 루프는 세금 감면·교육 지원 등 '몰라서 놓치는 권리' 전반으로 확장됩니다.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원칙 ① 실데이터만 — 가짜 정책·금액·상태를 만들지 않습니다.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원칙 ② 실제 동작만 — 목업이 아니라 실제 정부24·실제 신경망·실제 배포로 검증합니다.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251E"/>
                </a:solidFill>
                <a:latin typeface="맑은 고딕"/>
              </a:rPr>
              <a:t>· 원칙 ③ 사람의 자리 — 인증·제출·최종 확인은 언제나 사용자의 것입니다.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2410C"/>
                </a:solidFill>
                <a:latin typeface="맑은 고딕"/>
              </a:rPr>
              <a:t>· 이 문서의 모든 수치는 라이브 화면·코드·테스트로 재현 가능합니다.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BBF7D0"/>
                </a:solidFill>
                <a:latin typeface="맑은 고딕"/>
              </a:rPr>
              <a:t>몰라서 못 받는 복지가 없는 나라를 향해</a:t>
            </a:r>
          </a:p>
          <a:p>
            <a:r>
              <a:rPr sz="3600" b="1">
                <a:solidFill>
                  <a:srgbClr val="FFFFFF"/>
                </a:solidFill>
                <a:latin typeface="맑은 고딕"/>
              </a:rPr>
              <a:t>모두봄 — 모두의 봄날을 위한 복지 도우미 🌱</a:t>
            </a:r>
          </a:p>
          <a:p>
            <a:pPr>
              <a:spcBef>
                <a:spcPts val="2200"/>
              </a:spcBef>
            </a:pPr>
            <a:r>
              <a:rPr sz="2000">
                <a:solidFill>
                  <a:srgbClr val="FFFFFF"/>
                </a:solidFill>
                <a:latin typeface="맑은 고딕"/>
              </a:rPr>
              <a:t>지금 체험: biocode67.github.io/modoo-bom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D1FAE5"/>
                </a:solidFill>
                <a:latin typeface="맑은 고딕"/>
              </a:rPr>
              <a:t>소스: github.com/BioCode67/modoo-bom  ·  본 산출물의 전 수치는 실측·재현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D1FAE5"/>
                </a:solidFill>
                <a:latin typeface="맑은 고딕"/>
              </a:rPr>
              <a:t>모두봄        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